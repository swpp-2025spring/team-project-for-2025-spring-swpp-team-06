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476"/>
    <a:srgbClr val="72B088"/>
    <a:srgbClr val="58976E"/>
    <a:srgbClr val="7CCBFF"/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2794" y="-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358397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5400000" flipH="1">
            <a:off x="5222127" y="444802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6C769F9-76F2-6CBD-2911-4DD2C56DD32E}"/>
              </a:ext>
            </a:extLst>
          </p:cNvPr>
          <p:cNvCxnSpPr>
            <a:cxnSpLocks/>
          </p:cNvCxnSpPr>
          <p:nvPr/>
        </p:nvCxnSpPr>
        <p:spPr>
          <a:xfrm rot="-1800000" flipH="1">
            <a:off x="5172879" y="4289365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BA66B95-0EC1-5B11-6D48-7BD4CD745DD6}"/>
              </a:ext>
            </a:extLst>
          </p:cNvPr>
          <p:cNvSpPr/>
          <p:nvPr/>
        </p:nvSpPr>
        <p:spPr>
          <a:xfrm>
            <a:off x="8302487" y="1987826"/>
            <a:ext cx="1822174" cy="21203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스크린샷, 예술, 패턴이(가) 표시된 사진">
            <a:extLst>
              <a:ext uri="{FF2B5EF4-FFF2-40B4-BE49-F238E27FC236}">
                <a16:creationId xmlns:a16="http://schemas.microsoft.com/office/drawing/2014/main" id="{612506CA-6211-476E-6553-036FB36D3E2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3" y="-12209"/>
            <a:ext cx="12192000" cy="68580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8919BEF4-8226-F864-62F0-7F24EC05D5A7}"/>
              </a:ext>
            </a:extLst>
          </p:cNvPr>
          <p:cNvGrpSpPr/>
          <p:nvPr/>
        </p:nvGrpSpPr>
        <p:grpSpPr>
          <a:xfrm>
            <a:off x="4510026" y="2169000"/>
            <a:ext cx="2520000" cy="2520000"/>
            <a:chOff x="4629296" y="2156791"/>
            <a:chExt cx="2520000" cy="252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81B613E-4E9C-964F-98B0-C4633DAAF046}"/>
                </a:ext>
              </a:extLst>
            </p:cNvPr>
            <p:cNvSpPr/>
            <p:nvPr/>
          </p:nvSpPr>
          <p:spPr>
            <a:xfrm>
              <a:off x="4629296" y="2156791"/>
              <a:ext cx="2520000" cy="2520000"/>
            </a:xfrm>
            <a:prstGeom prst="rect">
              <a:avLst/>
            </a:prstGeom>
            <a:solidFill>
              <a:srgbClr val="7CC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 descr="깡통, 알루미늄 캔, 음료캔, 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C0DFA825-419E-5C4E-A89B-A0494294D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553" y="2289386"/>
              <a:ext cx="1519485" cy="2279227"/>
            </a:xfrm>
            <a:prstGeom prst="rect">
              <a:avLst/>
            </a:prstGeom>
          </p:spPr>
        </p:pic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D44FD0-8909-B977-FE47-DB93850FCC0B}"/>
              </a:ext>
            </a:extLst>
          </p:cNvPr>
          <p:cNvSpPr/>
          <p:nvPr/>
        </p:nvSpPr>
        <p:spPr>
          <a:xfrm>
            <a:off x="1777575" y="2289386"/>
            <a:ext cx="1338469" cy="1209188"/>
          </a:xfrm>
          <a:prstGeom prst="rect">
            <a:avLst/>
          </a:prstGeom>
          <a:solidFill>
            <a:srgbClr val="72B088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8F1AAE-2CEC-F0D9-010C-3284DCF52DE6}"/>
              </a:ext>
            </a:extLst>
          </p:cNvPr>
          <p:cNvSpPr>
            <a:spLocks/>
          </p:cNvSpPr>
          <p:nvPr/>
        </p:nvSpPr>
        <p:spPr>
          <a:xfrm>
            <a:off x="3237565" y="1773440"/>
            <a:ext cx="1338469" cy="1209188"/>
          </a:xfrm>
          <a:prstGeom prst="rect">
            <a:avLst/>
          </a:prstGeom>
          <a:solidFill>
            <a:srgbClr val="5CA476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2CDC518-A4E0-0E27-AF74-F89954C38566}"/>
              </a:ext>
            </a:extLst>
          </p:cNvPr>
          <p:cNvSpPr/>
          <p:nvPr/>
        </p:nvSpPr>
        <p:spPr>
          <a:xfrm rot="1247646">
            <a:off x="8080369" y="2718115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38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순서도: 판단 4">
            <a:extLst>
              <a:ext uri="{FF2B5EF4-FFF2-40B4-BE49-F238E27FC236}">
                <a16:creationId xmlns:a16="http://schemas.microsoft.com/office/drawing/2014/main" id="{A3D28B9D-1DAE-FDF5-B96D-0583A31B4E23}"/>
              </a:ext>
            </a:extLst>
          </p:cNvPr>
          <p:cNvSpPr/>
          <p:nvPr/>
        </p:nvSpPr>
        <p:spPr>
          <a:xfrm rot="5400000">
            <a:off x="6414052" y="2597426"/>
            <a:ext cx="636104" cy="291547"/>
          </a:xfrm>
          <a:prstGeom prst="flowChartDecision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899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16</cp:revision>
  <dcterms:created xsi:type="dcterms:W3CDTF">2025-05-16T13:26:52Z</dcterms:created>
  <dcterms:modified xsi:type="dcterms:W3CDTF">2025-06-04T14:20:30Z</dcterms:modified>
</cp:coreProperties>
</file>