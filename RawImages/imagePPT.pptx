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15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6EB2DCD-3AE7-1EA8-8BC6-C1DCBCB4CA81}"/>
              </a:ext>
            </a:extLst>
          </p:cNvPr>
          <p:cNvCxnSpPr>
            <a:cxnSpLocks/>
          </p:cNvCxnSpPr>
          <p:nvPr/>
        </p:nvCxnSpPr>
        <p:spPr>
          <a:xfrm flipH="1">
            <a:off x="5663566" y="3789587"/>
            <a:ext cx="1511139" cy="11509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358397"/>
            <a:ext cx="1800000" cy="1800000"/>
          </a:xfrm>
          <a:prstGeom prst="blockArc">
            <a:avLst>
              <a:gd name="adj1" fmla="val 7918221"/>
              <a:gd name="adj2" fmla="val 3692070"/>
              <a:gd name="adj3" fmla="val 13701"/>
            </a:avLst>
          </a:prstGeom>
          <a:solidFill>
            <a:srgbClr val="0070C0">
              <a:alpha val="10000"/>
            </a:srgbClr>
          </a:solidFill>
          <a:ln>
            <a:solidFill>
              <a:srgbClr val="0070C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4680000" flipH="1">
            <a:off x="5256417" y="443278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7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629296" y="2156791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순서도: 판단 4">
            <a:extLst>
              <a:ext uri="{FF2B5EF4-FFF2-40B4-BE49-F238E27FC236}">
                <a16:creationId xmlns:a16="http://schemas.microsoft.com/office/drawing/2014/main" id="{A3D28B9D-1DAE-FDF5-B96D-0583A31B4E23}"/>
              </a:ext>
            </a:extLst>
          </p:cNvPr>
          <p:cNvSpPr/>
          <p:nvPr/>
        </p:nvSpPr>
        <p:spPr>
          <a:xfrm rot="5400000">
            <a:off x="6414052" y="2597426"/>
            <a:ext cx="636104" cy="291547"/>
          </a:xfrm>
          <a:prstGeom prst="flowChartDecision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899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14</cp:revision>
  <dcterms:created xsi:type="dcterms:W3CDTF">2025-05-16T13:26:52Z</dcterms:created>
  <dcterms:modified xsi:type="dcterms:W3CDTF">2025-06-02T02:20:42Z</dcterms:modified>
</cp:coreProperties>
</file>