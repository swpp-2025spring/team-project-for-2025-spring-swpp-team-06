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A476"/>
    <a:srgbClr val="72B088"/>
    <a:srgbClr val="58976E"/>
    <a:srgbClr val="7CCBFF"/>
    <a:srgbClr val="404040"/>
    <a:srgbClr val="FFFFFF"/>
    <a:srgbClr val="00F6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00" d="100"/>
          <a:sy n="200" d="100"/>
        </p:scale>
        <p:origin x="115" y="-2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140246-1B14-0366-2BD4-F1CB3C689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AB542A0-2253-EA00-7043-89FD3F4817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7E274B-E115-CBEB-5247-962C447CE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3B444-461C-43DF-9895-EF8F91AA3F26}" type="datetimeFigureOut">
              <a:rPr lang="ko-KR" altLang="en-US" smtClean="0"/>
              <a:t>2025-06-07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0A6F34-4C6F-0157-DEC7-A269F89F3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5FEB76-3FFA-8538-3717-B87A9DC76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6A123-50B8-4115-8C8B-B4582C8BAD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604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FDD70-18C3-09F8-B116-B007FC925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33D735-4E3D-EA4B-39C4-323C8DD89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338548-E393-A44C-FE14-3E65B939D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3B444-461C-43DF-9895-EF8F91AA3F26}" type="datetimeFigureOut">
              <a:rPr lang="ko-KR" altLang="en-US" smtClean="0"/>
              <a:t>2025-06-07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EA3BDE-3A0A-0B86-7F0F-2C78E6376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B965EA-101E-0D71-97AD-6046E047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6A123-50B8-4115-8C8B-B4582C8BAD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6348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78A834-82BB-2D6C-6173-04ACA2293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9113DC-C709-736D-B9C5-2CD868804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883488-A89D-CF7B-222B-FF4244CFD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3B444-461C-43DF-9895-EF8F91AA3F26}" type="datetimeFigureOut">
              <a:rPr lang="ko-KR" altLang="en-US" smtClean="0"/>
              <a:t>2025-06-07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B66BE4-771E-6952-EDB0-8CE5D0641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B71F44-6A37-F87C-67CE-C2BF45AF8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6A123-50B8-4115-8C8B-B4582C8BAD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203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E5736C-AAFF-3B9F-F2E6-F2A9C3753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CDE2CD-72E7-3A18-8287-E8210008C0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9DCF93-EF61-7D66-66F6-8C632D90D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8FCA04-E053-564D-8D04-EDAB5141A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3B444-461C-43DF-9895-EF8F91AA3F26}" type="datetimeFigureOut">
              <a:rPr lang="ko-KR" altLang="en-US" smtClean="0"/>
              <a:t>2025-06-07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FCA4D0-3953-9123-47A3-1815B16A4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83F9C6-C0CF-03B0-CFE7-2FDEA3CD6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6A123-50B8-4115-8C8B-B4582C8BAD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631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6EE8A7-601E-D031-D81C-5EDAC722C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7C53E0-FA32-61B6-416C-DEBB9DC1E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12D9C2-FF86-3F9D-09FE-4F5CA779FC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FD8694C-1672-2CBD-08E3-92247E1506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2A85769-1F4F-4DCC-D7F2-8407BC72FC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89C8CD9-0F34-0597-D445-E695B466D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3B444-461C-43DF-9895-EF8F91AA3F26}" type="datetimeFigureOut">
              <a:rPr lang="ko-KR" altLang="en-US" smtClean="0"/>
              <a:t>2025-06-07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0DE58C-819B-17F6-C994-8D2FD4349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7E0F74B-254A-4E35-4165-0CDA5AF94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6A123-50B8-4115-8C8B-B4582C8BAD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218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ACEB71-11BB-4614-81D0-AE6D0BC19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B7187A5-384A-27EA-49CC-5DBE0D720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3B444-461C-43DF-9895-EF8F91AA3F26}" type="datetimeFigureOut">
              <a:rPr lang="ko-KR" altLang="en-US" smtClean="0"/>
              <a:t>2025-06-07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2B5900-16F7-4FC2-16D7-6D3145ADE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D0E225-A2A8-2C07-1BFA-AD7DBC62D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6A123-50B8-4115-8C8B-B4582C8BAD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859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174BB4-07C6-6587-A147-92DB4D4FE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3B444-461C-43DF-9895-EF8F91AA3F26}" type="datetimeFigureOut">
              <a:rPr lang="ko-KR" altLang="en-US" smtClean="0"/>
              <a:t>2025-06-07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E53D1C-0C16-3817-65C5-D7A58A8A6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B5E28A-1C14-FC1F-553B-508869DD1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6A123-50B8-4115-8C8B-B4582C8BAD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713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080DA-A24A-67CC-16EA-349ED14D4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C3CDA1-C8B6-B0E3-56AA-799D70D28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D8AFEE-2F1A-E673-DADC-693CFC676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ED217A-9332-E51C-3409-5E4AFD863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3B444-461C-43DF-9895-EF8F91AA3F26}" type="datetimeFigureOut">
              <a:rPr lang="ko-KR" altLang="en-US" smtClean="0"/>
              <a:t>2025-06-07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8F2346-D1C6-16B2-45A3-BEB0E2D35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CD4F64-CEEE-56EB-B021-21B640504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6A123-50B8-4115-8C8B-B4582C8BAD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325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615DF0-7E42-F552-13F4-A79E5C36B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D4A2D9-82CC-CFDB-71D4-2212BD6035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0CDF11-5D6E-D563-963D-43D4C1417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DC5E42-C043-ACB5-CBB3-174859703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3B444-461C-43DF-9895-EF8F91AA3F26}" type="datetimeFigureOut">
              <a:rPr lang="ko-KR" altLang="en-US" smtClean="0"/>
              <a:t>2025-06-07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8ECE8A-3C28-4F1E-831E-AFBEF30A0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B536B6-BD79-4DD2-D436-0812A431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6A123-50B8-4115-8C8B-B4582C8BAD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76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EE1BFE-CE66-7606-F37B-A0FED0376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1CA80E-7633-FEF8-CB4F-DCE09E617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1B0346-E375-56C1-D7FC-D13C23439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3B444-461C-43DF-9895-EF8F91AA3F26}" type="datetimeFigureOut">
              <a:rPr lang="ko-KR" altLang="en-US" smtClean="0"/>
              <a:t>2025-06-07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4D8ADD-A50D-F961-918A-3FC824E2D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F8A318-1B3A-9AA5-B22D-531B5BDF0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6A123-50B8-4115-8C8B-B4582C8BAD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813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804735F-FCB6-64AA-D1ED-B75FD50B1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32135E-4972-15BE-5994-E91FD38F2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D41EBC-F2D7-262E-38F4-149AAC5C1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3B444-461C-43DF-9895-EF8F91AA3F26}" type="datetimeFigureOut">
              <a:rPr lang="ko-KR" altLang="en-US" smtClean="0"/>
              <a:t>2025-06-07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D33D26-4A90-7604-3850-09F81748D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E5EB13-7738-CB17-9F90-0F7F3C233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6A123-50B8-4115-8C8B-B4582C8BAD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5065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1FAD964-1CCA-59C6-EEA8-23EDF56E1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B22EF5-D6D2-4D52-F776-90F5F3C56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40F07B-D440-1FC0-9FA1-01AAC199B4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E3B444-461C-43DF-9895-EF8F91AA3F26}" type="datetimeFigureOut">
              <a:rPr lang="ko-KR" altLang="en-US" smtClean="0"/>
              <a:t>2025-06-07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21D3E3-5D77-F10E-4340-AF95B06F9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7E0126-321D-A8DA-10F8-96E78BADC0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6A123-50B8-4115-8C8B-B4582C8BAD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26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원형: 비어 있음 13">
            <a:extLst>
              <a:ext uri="{FF2B5EF4-FFF2-40B4-BE49-F238E27FC236}">
                <a16:creationId xmlns:a16="http://schemas.microsoft.com/office/drawing/2014/main" id="{D1C9308F-D7EF-A1A7-BA40-F8484D3F4D08}"/>
              </a:ext>
            </a:extLst>
          </p:cNvPr>
          <p:cNvSpPr/>
          <p:nvPr/>
        </p:nvSpPr>
        <p:spPr>
          <a:xfrm>
            <a:off x="1348630" y="2907638"/>
            <a:ext cx="1800000" cy="1800000"/>
          </a:xfrm>
          <a:prstGeom prst="donut">
            <a:avLst>
              <a:gd name="adj" fmla="val 13886"/>
            </a:avLst>
          </a:prstGeom>
          <a:gradFill>
            <a:gsLst>
              <a:gs pos="0">
                <a:srgbClr val="FF0000"/>
              </a:gs>
              <a:gs pos="42000">
                <a:srgbClr val="FFC000"/>
              </a:gs>
              <a:gs pos="76000">
                <a:srgbClr val="92D050"/>
              </a:gs>
              <a:gs pos="100000">
                <a:srgbClr val="00B05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막힌 원호 4">
            <a:extLst>
              <a:ext uri="{FF2B5EF4-FFF2-40B4-BE49-F238E27FC236}">
                <a16:creationId xmlns:a16="http://schemas.microsoft.com/office/drawing/2014/main" id="{7F142C8D-EE4E-35C0-AA41-A6EBAB1FFC0F}"/>
              </a:ext>
            </a:extLst>
          </p:cNvPr>
          <p:cNvSpPr/>
          <p:nvPr/>
        </p:nvSpPr>
        <p:spPr>
          <a:xfrm rot="1247646">
            <a:off x="6381096" y="1135738"/>
            <a:ext cx="1800000" cy="1800000"/>
          </a:xfrm>
          <a:prstGeom prst="blockArc">
            <a:avLst>
              <a:gd name="adj1" fmla="val 8145941"/>
              <a:gd name="adj2" fmla="val 158579"/>
              <a:gd name="adj3" fmla="val 14035"/>
            </a:avLst>
          </a:prstGeom>
          <a:solidFill>
            <a:srgbClr val="40404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막힌 원호 1">
            <a:extLst>
              <a:ext uri="{FF2B5EF4-FFF2-40B4-BE49-F238E27FC236}">
                <a16:creationId xmlns:a16="http://schemas.microsoft.com/office/drawing/2014/main" id="{B8D28C53-BDD9-1AE6-54C5-A5F3E83073EA}"/>
              </a:ext>
            </a:extLst>
          </p:cNvPr>
          <p:cNvSpPr/>
          <p:nvPr/>
        </p:nvSpPr>
        <p:spPr>
          <a:xfrm rot="20090500">
            <a:off x="6114020" y="1086958"/>
            <a:ext cx="1800000" cy="1800000"/>
          </a:xfrm>
          <a:prstGeom prst="blockArc">
            <a:avLst>
              <a:gd name="adj1" fmla="val 10904526"/>
              <a:gd name="adj2" fmla="val 158579"/>
              <a:gd name="adj3" fmla="val 14035"/>
            </a:avLst>
          </a:prstGeom>
          <a:solidFill>
            <a:srgbClr val="FF0000">
              <a:alpha val="10000"/>
            </a:srgbClr>
          </a:solidFill>
          <a:ln>
            <a:solidFill>
              <a:srgbClr val="FF0000">
                <a:alpha val="50000"/>
              </a:srgbClr>
            </a:solidFill>
          </a:ln>
          <a:effectLst>
            <a:glow rad="38100">
              <a:srgbClr val="FF0000">
                <a:alpha val="2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막힌 원호 7">
            <a:extLst>
              <a:ext uri="{FF2B5EF4-FFF2-40B4-BE49-F238E27FC236}">
                <a16:creationId xmlns:a16="http://schemas.microsoft.com/office/drawing/2014/main" id="{306BC659-B8FE-6DE7-9768-927B3D9C56F6}"/>
              </a:ext>
            </a:extLst>
          </p:cNvPr>
          <p:cNvSpPr/>
          <p:nvPr/>
        </p:nvSpPr>
        <p:spPr>
          <a:xfrm rot="1247646">
            <a:off x="3706359" y="262716"/>
            <a:ext cx="1798097" cy="1800000"/>
          </a:xfrm>
          <a:prstGeom prst="blockArc">
            <a:avLst>
              <a:gd name="adj1" fmla="val 8145941"/>
              <a:gd name="adj2" fmla="val 158579"/>
              <a:gd name="adj3" fmla="val 14035"/>
            </a:avLst>
          </a:prstGeom>
          <a:gradFill flip="none" rotWithShape="1">
            <a:gsLst>
              <a:gs pos="0">
                <a:srgbClr val="FF0000"/>
              </a:gs>
              <a:gs pos="42000">
                <a:srgbClr val="FFC000"/>
              </a:gs>
              <a:gs pos="76000">
                <a:srgbClr val="92D050"/>
              </a:gs>
              <a:gs pos="100000">
                <a:srgbClr val="00B050"/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495A107-1395-307B-017B-F56383A18B1E}"/>
              </a:ext>
            </a:extLst>
          </p:cNvPr>
          <p:cNvGrpSpPr/>
          <p:nvPr/>
        </p:nvGrpSpPr>
        <p:grpSpPr>
          <a:xfrm>
            <a:off x="8984621" y="458349"/>
            <a:ext cx="1800000" cy="1800827"/>
            <a:chOff x="1969219" y="2683780"/>
            <a:chExt cx="1801905" cy="1800827"/>
          </a:xfrm>
        </p:grpSpPr>
        <p:sp>
          <p:nvSpPr>
            <p:cNvPr id="7" name="막힌 원호 6">
              <a:extLst>
                <a:ext uri="{FF2B5EF4-FFF2-40B4-BE49-F238E27FC236}">
                  <a16:creationId xmlns:a16="http://schemas.microsoft.com/office/drawing/2014/main" id="{83BC9897-8C57-FDA4-FFB1-32F96C674F21}"/>
                </a:ext>
              </a:extLst>
            </p:cNvPr>
            <p:cNvSpPr/>
            <p:nvPr/>
          </p:nvSpPr>
          <p:spPr>
            <a:xfrm rot="1247646">
              <a:off x="1969219" y="2683780"/>
              <a:ext cx="1800000" cy="1800000"/>
            </a:xfrm>
            <a:prstGeom prst="blockArc">
              <a:avLst>
                <a:gd name="adj1" fmla="val 8145941"/>
                <a:gd name="adj2" fmla="val 158579"/>
                <a:gd name="adj3" fmla="val 14035"/>
              </a:avLst>
            </a:prstGeom>
            <a:solidFill>
              <a:srgbClr val="FF0000">
                <a:alpha val="10000"/>
              </a:srgbClr>
            </a:solidFill>
            <a:ln>
              <a:solidFill>
                <a:srgbClr val="FF0000">
                  <a:alpha val="50000"/>
                </a:srgbClr>
              </a:solidFill>
            </a:ln>
            <a:effectLst>
              <a:glow rad="38100">
                <a:srgbClr val="FF0000">
                  <a:alpha val="20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막힌 원호 8">
              <a:extLst>
                <a:ext uri="{FF2B5EF4-FFF2-40B4-BE49-F238E27FC236}">
                  <a16:creationId xmlns:a16="http://schemas.microsoft.com/office/drawing/2014/main" id="{56BCFBAD-B308-B4AC-2E8B-E62BC65F3B7F}"/>
                </a:ext>
              </a:extLst>
            </p:cNvPr>
            <p:cNvSpPr/>
            <p:nvPr/>
          </p:nvSpPr>
          <p:spPr>
            <a:xfrm rot="9240000">
              <a:off x="1971124" y="2684607"/>
              <a:ext cx="1800000" cy="1800000"/>
            </a:xfrm>
            <a:prstGeom prst="blockArc">
              <a:avLst>
                <a:gd name="adj1" fmla="val 13772017"/>
                <a:gd name="adj2" fmla="val 158579"/>
                <a:gd name="adj3" fmla="val 14035"/>
              </a:avLst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EB6A27A-DEE1-5479-39D8-A1EAB9540438}"/>
              </a:ext>
            </a:extLst>
          </p:cNvPr>
          <p:cNvGrpSpPr/>
          <p:nvPr/>
        </p:nvGrpSpPr>
        <p:grpSpPr>
          <a:xfrm>
            <a:off x="7687112" y="4161540"/>
            <a:ext cx="1800001" cy="1800000"/>
            <a:chOff x="1812762" y="2531379"/>
            <a:chExt cx="1800001" cy="1800000"/>
          </a:xfrm>
        </p:grpSpPr>
        <p:sp>
          <p:nvSpPr>
            <p:cNvPr id="16" name="막힌 원호 15">
              <a:extLst>
                <a:ext uri="{FF2B5EF4-FFF2-40B4-BE49-F238E27FC236}">
                  <a16:creationId xmlns:a16="http://schemas.microsoft.com/office/drawing/2014/main" id="{A8FE214D-6626-C632-A036-8FE31D4FB4CF}"/>
                </a:ext>
              </a:extLst>
            </p:cNvPr>
            <p:cNvSpPr/>
            <p:nvPr/>
          </p:nvSpPr>
          <p:spPr>
            <a:xfrm rot="1247646">
              <a:off x="1812763" y="2531379"/>
              <a:ext cx="1800000" cy="1800000"/>
            </a:xfrm>
            <a:prstGeom prst="blockArc">
              <a:avLst>
                <a:gd name="adj1" fmla="val 7918221"/>
                <a:gd name="adj2" fmla="val 18727125"/>
                <a:gd name="adj3" fmla="val 14245"/>
              </a:avLst>
            </a:prstGeom>
            <a:solidFill>
              <a:srgbClr val="FF0000">
                <a:alpha val="10000"/>
              </a:srgbClr>
            </a:solidFill>
            <a:ln>
              <a:solidFill>
                <a:srgbClr val="FF0000">
                  <a:alpha val="50000"/>
                </a:srgbClr>
              </a:solidFill>
            </a:ln>
            <a:effectLst>
              <a:glow rad="38100">
                <a:srgbClr val="FF0000">
                  <a:alpha val="20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막힌 원호 16">
              <a:extLst>
                <a:ext uri="{FF2B5EF4-FFF2-40B4-BE49-F238E27FC236}">
                  <a16:creationId xmlns:a16="http://schemas.microsoft.com/office/drawing/2014/main" id="{92C1B69A-8EFC-804E-8FCB-5770C8F25C33}"/>
                </a:ext>
              </a:extLst>
            </p:cNvPr>
            <p:cNvSpPr/>
            <p:nvPr/>
          </p:nvSpPr>
          <p:spPr>
            <a:xfrm rot="9240000">
              <a:off x="1812762" y="2531379"/>
              <a:ext cx="1800000" cy="1800000"/>
            </a:xfrm>
            <a:prstGeom prst="blockArc">
              <a:avLst>
                <a:gd name="adj1" fmla="val 10774825"/>
                <a:gd name="adj2" fmla="val 21492135"/>
                <a:gd name="adj3" fmla="val 13752"/>
              </a:avLst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19" name="그림 18" descr="블랙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C5D50E0-0508-8D7D-39AB-F5A3868429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195" y="853740"/>
            <a:ext cx="1801108" cy="1803879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5756DD7-DEA9-FEC9-F0D8-F8D74FDA26D4}"/>
              </a:ext>
            </a:extLst>
          </p:cNvPr>
          <p:cNvCxnSpPr>
            <a:cxnSpLocks/>
            <a:stCxn id="19" idx="3"/>
            <a:endCxn id="19" idx="1"/>
          </p:cNvCxnSpPr>
          <p:nvPr/>
        </p:nvCxnSpPr>
        <p:spPr>
          <a:xfrm flipH="1">
            <a:off x="7885195" y="1755680"/>
            <a:ext cx="18011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E817FE71-6D2E-923A-DEC5-D3859B52B3DC}"/>
              </a:ext>
            </a:extLst>
          </p:cNvPr>
          <p:cNvGrpSpPr/>
          <p:nvPr/>
        </p:nvGrpSpPr>
        <p:grpSpPr>
          <a:xfrm>
            <a:off x="9658947" y="1464922"/>
            <a:ext cx="1800000" cy="1800827"/>
            <a:chOff x="1969219" y="2683780"/>
            <a:chExt cx="1801905" cy="1800827"/>
          </a:xfrm>
        </p:grpSpPr>
        <p:sp>
          <p:nvSpPr>
            <p:cNvPr id="33" name="막힌 원호 32">
              <a:extLst>
                <a:ext uri="{FF2B5EF4-FFF2-40B4-BE49-F238E27FC236}">
                  <a16:creationId xmlns:a16="http://schemas.microsoft.com/office/drawing/2014/main" id="{73A895DF-6B43-FCC8-E05D-CD779FE44DBA}"/>
                </a:ext>
              </a:extLst>
            </p:cNvPr>
            <p:cNvSpPr/>
            <p:nvPr/>
          </p:nvSpPr>
          <p:spPr>
            <a:xfrm rot="1247646">
              <a:off x="1969219" y="2683780"/>
              <a:ext cx="1800000" cy="1800000"/>
            </a:xfrm>
            <a:prstGeom prst="blockArc">
              <a:avLst>
                <a:gd name="adj1" fmla="val 8145941"/>
                <a:gd name="adj2" fmla="val 158579"/>
                <a:gd name="adj3" fmla="val 14035"/>
              </a:avLst>
            </a:prstGeom>
            <a:gradFill flip="none" rotWithShape="1">
              <a:gsLst>
                <a:gs pos="0">
                  <a:srgbClr val="FF0000"/>
                </a:gs>
                <a:gs pos="42000">
                  <a:srgbClr val="FFC000"/>
                </a:gs>
                <a:gs pos="76000">
                  <a:srgbClr val="92D050"/>
                </a:gs>
                <a:gs pos="100000">
                  <a:srgbClr val="00B050"/>
                </a:gs>
              </a:gsLst>
              <a:lin ang="10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막힌 원호 33">
              <a:extLst>
                <a:ext uri="{FF2B5EF4-FFF2-40B4-BE49-F238E27FC236}">
                  <a16:creationId xmlns:a16="http://schemas.microsoft.com/office/drawing/2014/main" id="{0EA8B7D6-5CF8-A79D-60C4-BBEEAC0C94CC}"/>
                </a:ext>
              </a:extLst>
            </p:cNvPr>
            <p:cNvSpPr/>
            <p:nvPr/>
          </p:nvSpPr>
          <p:spPr>
            <a:xfrm rot="9240000">
              <a:off x="1971124" y="2684607"/>
              <a:ext cx="1800000" cy="1800000"/>
            </a:xfrm>
            <a:prstGeom prst="blockArc">
              <a:avLst>
                <a:gd name="adj1" fmla="val 13772017"/>
                <a:gd name="adj2" fmla="val 158579"/>
                <a:gd name="adj3" fmla="val 14035"/>
              </a:avLst>
            </a:prstGeom>
            <a:solidFill>
              <a:schemeClr val="tx1">
                <a:alpha val="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원형: 비어 있음 29">
            <a:extLst>
              <a:ext uri="{FF2B5EF4-FFF2-40B4-BE49-F238E27FC236}">
                <a16:creationId xmlns:a16="http://schemas.microsoft.com/office/drawing/2014/main" id="{BFCC8F53-8116-3999-E7F7-281FC5DFB4EC}"/>
              </a:ext>
            </a:extLst>
          </p:cNvPr>
          <p:cNvSpPr/>
          <p:nvPr/>
        </p:nvSpPr>
        <p:spPr>
          <a:xfrm>
            <a:off x="5655353" y="3358397"/>
            <a:ext cx="1800000" cy="1800000"/>
          </a:xfrm>
          <a:prstGeom prst="donut">
            <a:avLst>
              <a:gd name="adj" fmla="val 13886"/>
            </a:avLst>
          </a:prstGeom>
          <a:gradFill>
            <a:gsLst>
              <a:gs pos="0">
                <a:srgbClr val="FF0000"/>
              </a:gs>
              <a:gs pos="42000">
                <a:srgbClr val="FFC000"/>
              </a:gs>
              <a:gs pos="76000">
                <a:srgbClr val="92D050"/>
              </a:gs>
              <a:gs pos="100000">
                <a:srgbClr val="00B05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원형: 비어 있음 34">
            <a:extLst>
              <a:ext uri="{FF2B5EF4-FFF2-40B4-BE49-F238E27FC236}">
                <a16:creationId xmlns:a16="http://schemas.microsoft.com/office/drawing/2014/main" id="{13FD8CB2-2F4B-E794-22AE-6AD367FAE52D}"/>
              </a:ext>
            </a:extLst>
          </p:cNvPr>
          <p:cNvSpPr/>
          <p:nvPr/>
        </p:nvSpPr>
        <p:spPr>
          <a:xfrm>
            <a:off x="3586434" y="4664986"/>
            <a:ext cx="1800000" cy="1800000"/>
          </a:xfrm>
          <a:prstGeom prst="donut">
            <a:avLst>
              <a:gd name="adj" fmla="val 13886"/>
            </a:avLst>
          </a:prstGeom>
          <a:solidFill>
            <a:srgbClr val="40404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6" name="막힌 원호 35">
            <a:extLst>
              <a:ext uri="{FF2B5EF4-FFF2-40B4-BE49-F238E27FC236}">
                <a16:creationId xmlns:a16="http://schemas.microsoft.com/office/drawing/2014/main" id="{39BF719D-A78D-C97B-0B07-A82CE1BDE2B5}"/>
              </a:ext>
            </a:extLst>
          </p:cNvPr>
          <p:cNvSpPr/>
          <p:nvPr/>
        </p:nvSpPr>
        <p:spPr>
          <a:xfrm>
            <a:off x="4379683" y="794634"/>
            <a:ext cx="1800000" cy="1800000"/>
          </a:xfrm>
          <a:prstGeom prst="blockArc">
            <a:avLst>
              <a:gd name="adj1" fmla="val 10800000"/>
              <a:gd name="adj2" fmla="val 0"/>
              <a:gd name="adj3" fmla="val 13782"/>
            </a:avLst>
          </a:prstGeom>
          <a:solidFill>
            <a:srgbClr val="FF0000">
              <a:alpha val="10000"/>
            </a:srgbClr>
          </a:solidFill>
          <a:ln>
            <a:solidFill>
              <a:srgbClr val="FF0000">
                <a:alpha val="50000"/>
              </a:srgbClr>
            </a:solidFill>
          </a:ln>
          <a:effectLst>
            <a:glow rad="38100">
              <a:srgbClr val="FF0000">
                <a:alpha val="2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B2C2760-8C92-374C-7A38-2855398C92FB}"/>
              </a:ext>
            </a:extLst>
          </p:cNvPr>
          <p:cNvCxnSpPr>
            <a:cxnSpLocks/>
          </p:cNvCxnSpPr>
          <p:nvPr/>
        </p:nvCxnSpPr>
        <p:spPr>
          <a:xfrm flipH="1" flipV="1">
            <a:off x="5758598" y="4152900"/>
            <a:ext cx="3247138" cy="4377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막힌 원호 30">
            <a:extLst>
              <a:ext uri="{FF2B5EF4-FFF2-40B4-BE49-F238E27FC236}">
                <a16:creationId xmlns:a16="http://schemas.microsoft.com/office/drawing/2014/main" id="{EF8F8A8B-0635-BAED-0548-037CF55D1C3C}"/>
              </a:ext>
            </a:extLst>
          </p:cNvPr>
          <p:cNvSpPr/>
          <p:nvPr/>
        </p:nvSpPr>
        <p:spPr>
          <a:xfrm rot="1247646">
            <a:off x="5655353" y="3631933"/>
            <a:ext cx="1800000" cy="1800000"/>
          </a:xfrm>
          <a:prstGeom prst="blockArc">
            <a:avLst>
              <a:gd name="adj1" fmla="val 7701692"/>
              <a:gd name="adj2" fmla="val 4184773"/>
              <a:gd name="adj3" fmla="val 13918"/>
            </a:avLst>
          </a:prstGeom>
          <a:solidFill>
            <a:srgbClr val="92D050">
              <a:alpha val="10000"/>
            </a:srgbClr>
          </a:solidFill>
          <a:ln>
            <a:solidFill>
              <a:srgbClr val="92D050">
                <a:alpha val="50000"/>
              </a:srgbClr>
            </a:solidFill>
          </a:ln>
          <a:effectLst>
            <a:glow rad="38100">
              <a:srgbClr val="0070C0">
                <a:alpha val="2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BF2C2887-B9E4-E913-59EB-68A9C50D690C}"/>
              </a:ext>
            </a:extLst>
          </p:cNvPr>
          <p:cNvCxnSpPr>
            <a:cxnSpLocks/>
          </p:cNvCxnSpPr>
          <p:nvPr/>
        </p:nvCxnSpPr>
        <p:spPr>
          <a:xfrm rot="5400000" flipH="1">
            <a:off x="5222127" y="4448020"/>
            <a:ext cx="26725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6C769F9-76F2-6CBD-2911-4DD2C56DD32E}"/>
              </a:ext>
            </a:extLst>
          </p:cNvPr>
          <p:cNvCxnSpPr>
            <a:cxnSpLocks/>
          </p:cNvCxnSpPr>
          <p:nvPr/>
        </p:nvCxnSpPr>
        <p:spPr>
          <a:xfrm rot="-1800000" flipH="1">
            <a:off x="5172879" y="4289365"/>
            <a:ext cx="26725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56C225CC-FA52-30DD-828D-D4F163CE999A}"/>
              </a:ext>
            </a:extLst>
          </p:cNvPr>
          <p:cNvGrpSpPr/>
          <p:nvPr/>
        </p:nvGrpSpPr>
        <p:grpSpPr>
          <a:xfrm>
            <a:off x="5232015" y="2363242"/>
            <a:ext cx="1800001" cy="1800000"/>
            <a:chOff x="1812762" y="2531379"/>
            <a:chExt cx="1800001" cy="1800000"/>
          </a:xfrm>
        </p:grpSpPr>
        <p:sp>
          <p:nvSpPr>
            <p:cNvPr id="10" name="막힌 원호 9">
              <a:extLst>
                <a:ext uri="{FF2B5EF4-FFF2-40B4-BE49-F238E27FC236}">
                  <a16:creationId xmlns:a16="http://schemas.microsoft.com/office/drawing/2014/main" id="{BC945EE0-8BC1-50A2-96B0-269B36CDDB66}"/>
                </a:ext>
              </a:extLst>
            </p:cNvPr>
            <p:cNvSpPr/>
            <p:nvPr/>
          </p:nvSpPr>
          <p:spPr>
            <a:xfrm rot="1247646">
              <a:off x="1812763" y="2531379"/>
              <a:ext cx="1800000" cy="1800000"/>
            </a:xfrm>
            <a:prstGeom prst="blockArc">
              <a:avLst>
                <a:gd name="adj1" fmla="val 7814100"/>
                <a:gd name="adj2" fmla="val 14990764"/>
                <a:gd name="adj3" fmla="val 14138"/>
              </a:avLst>
            </a:prstGeom>
            <a:solidFill>
              <a:srgbClr val="FF0000">
                <a:alpha val="10000"/>
              </a:srgbClr>
            </a:solidFill>
            <a:ln>
              <a:solidFill>
                <a:srgbClr val="FF0000">
                  <a:alpha val="50000"/>
                </a:srgbClr>
              </a:solidFill>
            </a:ln>
            <a:effectLst>
              <a:glow rad="38100">
                <a:srgbClr val="FF0000">
                  <a:alpha val="20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막힌 원호 10">
              <a:extLst>
                <a:ext uri="{FF2B5EF4-FFF2-40B4-BE49-F238E27FC236}">
                  <a16:creationId xmlns:a16="http://schemas.microsoft.com/office/drawing/2014/main" id="{0338E282-E30B-8489-037D-5DFF2E12C1D8}"/>
                </a:ext>
              </a:extLst>
            </p:cNvPr>
            <p:cNvSpPr/>
            <p:nvPr/>
          </p:nvSpPr>
          <p:spPr>
            <a:xfrm rot="9240000">
              <a:off x="1812762" y="2531379"/>
              <a:ext cx="1800000" cy="1800000"/>
            </a:xfrm>
            <a:prstGeom prst="blockArc">
              <a:avLst>
                <a:gd name="adj1" fmla="val 10774825"/>
                <a:gd name="adj2" fmla="val 21492135"/>
                <a:gd name="adj3" fmla="val 13752"/>
              </a:avLst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막힌 원호 11">
            <a:extLst>
              <a:ext uri="{FF2B5EF4-FFF2-40B4-BE49-F238E27FC236}">
                <a16:creationId xmlns:a16="http://schemas.microsoft.com/office/drawing/2014/main" id="{1FF951C2-FB08-31CE-54E9-2E27B499073C}"/>
              </a:ext>
            </a:extLst>
          </p:cNvPr>
          <p:cNvSpPr/>
          <p:nvPr/>
        </p:nvSpPr>
        <p:spPr>
          <a:xfrm rot="1247646">
            <a:off x="3257305" y="2663202"/>
            <a:ext cx="1800000" cy="1800000"/>
          </a:xfrm>
          <a:prstGeom prst="blockArc">
            <a:avLst>
              <a:gd name="adj1" fmla="val 7701692"/>
              <a:gd name="adj2" fmla="val 4184773"/>
              <a:gd name="adj3" fmla="val 13918"/>
            </a:avLst>
          </a:prstGeom>
          <a:solidFill>
            <a:srgbClr val="92D050">
              <a:alpha val="10000"/>
            </a:srgbClr>
          </a:solidFill>
          <a:ln>
            <a:solidFill>
              <a:srgbClr val="92D050">
                <a:alpha val="50000"/>
              </a:srgbClr>
            </a:solidFill>
          </a:ln>
          <a:effectLst>
            <a:glow rad="38100">
              <a:srgbClr val="0070C0">
                <a:alpha val="2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BA8A41D-A08B-5050-6392-6612F6FD7CFC}"/>
              </a:ext>
            </a:extLst>
          </p:cNvPr>
          <p:cNvCxnSpPr>
            <a:cxnSpLocks/>
          </p:cNvCxnSpPr>
          <p:nvPr/>
        </p:nvCxnSpPr>
        <p:spPr>
          <a:xfrm rot="-1800000" flipH="1">
            <a:off x="1025156" y="3709300"/>
            <a:ext cx="26725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1733B4F-C606-683C-6742-4DCDDA176EB5}"/>
              </a:ext>
            </a:extLst>
          </p:cNvPr>
          <p:cNvCxnSpPr>
            <a:cxnSpLocks/>
          </p:cNvCxnSpPr>
          <p:nvPr/>
        </p:nvCxnSpPr>
        <p:spPr>
          <a:xfrm rot="5400000" flipH="1">
            <a:off x="912358" y="3930904"/>
            <a:ext cx="26725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9584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8BA66B95-0EC1-5B11-6D48-7BD4CD745DD6}"/>
              </a:ext>
            </a:extLst>
          </p:cNvPr>
          <p:cNvSpPr/>
          <p:nvPr/>
        </p:nvSpPr>
        <p:spPr>
          <a:xfrm>
            <a:off x="8302487" y="1987826"/>
            <a:ext cx="1822174" cy="21203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스크린샷, 예술, 패턴이(가) 표시된 사진">
            <a:extLst>
              <a:ext uri="{FF2B5EF4-FFF2-40B4-BE49-F238E27FC236}">
                <a16:creationId xmlns:a16="http://schemas.microsoft.com/office/drawing/2014/main" id="{612506CA-6211-476E-6553-036FB36D3E2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3" y="-12209"/>
            <a:ext cx="12192000" cy="6858000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8919BEF4-8226-F864-62F0-7F24EC05D5A7}"/>
              </a:ext>
            </a:extLst>
          </p:cNvPr>
          <p:cNvGrpSpPr/>
          <p:nvPr/>
        </p:nvGrpSpPr>
        <p:grpSpPr>
          <a:xfrm>
            <a:off x="4510026" y="2169000"/>
            <a:ext cx="2520000" cy="2520000"/>
            <a:chOff x="4629296" y="2156791"/>
            <a:chExt cx="2520000" cy="25200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81B613E-4E9C-964F-98B0-C4633DAAF046}"/>
                </a:ext>
              </a:extLst>
            </p:cNvPr>
            <p:cNvSpPr/>
            <p:nvPr/>
          </p:nvSpPr>
          <p:spPr>
            <a:xfrm>
              <a:off x="4629296" y="2156791"/>
              <a:ext cx="2520000" cy="2520000"/>
            </a:xfrm>
            <a:prstGeom prst="rect">
              <a:avLst/>
            </a:prstGeom>
            <a:solidFill>
              <a:srgbClr val="7CCB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" name="그림 2" descr="깡통, 알루미늄 캔, 음료캔, 병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C0DFA825-419E-5C4E-A89B-A0494294D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29553" y="2289386"/>
              <a:ext cx="1519485" cy="2279227"/>
            </a:xfrm>
            <a:prstGeom prst="rect">
              <a:avLst/>
            </a:prstGeom>
          </p:spPr>
        </p:pic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D44FD0-8909-B977-FE47-DB93850FCC0B}"/>
              </a:ext>
            </a:extLst>
          </p:cNvPr>
          <p:cNvSpPr/>
          <p:nvPr/>
        </p:nvSpPr>
        <p:spPr>
          <a:xfrm>
            <a:off x="1777575" y="2289386"/>
            <a:ext cx="1338469" cy="1209188"/>
          </a:xfrm>
          <a:prstGeom prst="rect">
            <a:avLst/>
          </a:prstGeom>
          <a:solidFill>
            <a:srgbClr val="72B088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E8F1AAE-2CEC-F0D9-010C-3284DCF52DE6}"/>
              </a:ext>
            </a:extLst>
          </p:cNvPr>
          <p:cNvSpPr>
            <a:spLocks/>
          </p:cNvSpPr>
          <p:nvPr/>
        </p:nvSpPr>
        <p:spPr>
          <a:xfrm>
            <a:off x="3237565" y="1773440"/>
            <a:ext cx="1338469" cy="1209188"/>
          </a:xfrm>
          <a:prstGeom prst="rect">
            <a:avLst/>
          </a:prstGeom>
          <a:solidFill>
            <a:srgbClr val="5CA476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막힌 원호 1">
            <a:extLst>
              <a:ext uri="{FF2B5EF4-FFF2-40B4-BE49-F238E27FC236}">
                <a16:creationId xmlns:a16="http://schemas.microsoft.com/office/drawing/2014/main" id="{B2CDC518-A4E0-0E27-AF74-F89954C38566}"/>
              </a:ext>
            </a:extLst>
          </p:cNvPr>
          <p:cNvSpPr/>
          <p:nvPr/>
        </p:nvSpPr>
        <p:spPr>
          <a:xfrm rot="1247646">
            <a:off x="8080369" y="2718115"/>
            <a:ext cx="1800000" cy="1800000"/>
          </a:xfrm>
          <a:prstGeom prst="blockArc">
            <a:avLst>
              <a:gd name="adj1" fmla="val 7701692"/>
              <a:gd name="adj2" fmla="val 4184773"/>
              <a:gd name="adj3" fmla="val 13918"/>
            </a:avLst>
          </a:prstGeom>
          <a:solidFill>
            <a:srgbClr val="92D050">
              <a:alpha val="10000"/>
            </a:srgbClr>
          </a:solidFill>
          <a:ln>
            <a:solidFill>
              <a:srgbClr val="92D050">
                <a:alpha val="50000"/>
              </a:srgbClr>
            </a:solidFill>
          </a:ln>
          <a:effectLst>
            <a:glow rad="38100">
              <a:srgbClr val="0070C0">
                <a:alpha val="2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4381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폰트, 그래픽, 텍스트, 상징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8021C44-8131-5084-5825-5AC9CD1B4E3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9" r="7411" b="18275"/>
          <a:stretch/>
        </p:blipFill>
        <p:spPr>
          <a:xfrm>
            <a:off x="1539433" y="731858"/>
            <a:ext cx="1800000" cy="1800000"/>
          </a:xfrm>
          <a:prstGeom prst="rect">
            <a:avLst/>
          </a:prstGeom>
        </p:spPr>
      </p:pic>
      <p:pic>
        <p:nvPicPr>
          <p:cNvPr id="9" name="그림 8" descr="원, 스크린샷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B187B7F-622C-1730-8342-9A05B391438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33" t="9547" r="16438" b="22963"/>
          <a:stretch/>
        </p:blipFill>
        <p:spPr>
          <a:xfrm>
            <a:off x="1689903" y="2653255"/>
            <a:ext cx="1800000" cy="1800000"/>
          </a:xfrm>
          <a:prstGeom prst="rect">
            <a:avLst/>
          </a:prstGeom>
        </p:spPr>
      </p:pic>
      <p:pic>
        <p:nvPicPr>
          <p:cNvPr id="11" name="그림 10" descr="상징, 그래픽, 로고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F4B0EDA-7606-4477-C7AD-9EEC8D8E63F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13" t="1522" r="10913" b="19838"/>
          <a:stretch/>
        </p:blipFill>
        <p:spPr>
          <a:xfrm>
            <a:off x="1689903" y="4757194"/>
            <a:ext cx="1800000" cy="1800000"/>
          </a:xfrm>
          <a:prstGeom prst="rect">
            <a:avLst/>
          </a:prstGeom>
        </p:spPr>
      </p:pic>
      <p:pic>
        <p:nvPicPr>
          <p:cNvPr id="13" name="그림 12" descr="폰트, 그래픽, 로고, 상징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A609A65-4ED0-1916-016B-BB9A4B38266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2" r="7063" b="14109"/>
          <a:stretch/>
        </p:blipFill>
        <p:spPr>
          <a:xfrm>
            <a:off x="4653023" y="1136971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51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순서도: 판단 4">
            <a:extLst>
              <a:ext uri="{FF2B5EF4-FFF2-40B4-BE49-F238E27FC236}">
                <a16:creationId xmlns:a16="http://schemas.microsoft.com/office/drawing/2014/main" id="{A3D28B9D-1DAE-FDF5-B96D-0583A31B4E23}"/>
              </a:ext>
            </a:extLst>
          </p:cNvPr>
          <p:cNvSpPr/>
          <p:nvPr/>
        </p:nvSpPr>
        <p:spPr>
          <a:xfrm rot="5400000">
            <a:off x="6414052" y="2597426"/>
            <a:ext cx="636104" cy="291547"/>
          </a:xfrm>
          <a:prstGeom prst="flowChartDecision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3899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0</Words>
  <Application>Microsoft Office PowerPoint</Application>
  <PresentationFormat>와이드스크린</PresentationFormat>
  <Paragraphs>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함현수</dc:creator>
  <cp:lastModifiedBy>함현수</cp:lastModifiedBy>
  <cp:revision>18</cp:revision>
  <dcterms:created xsi:type="dcterms:W3CDTF">2025-05-16T13:26:52Z</dcterms:created>
  <dcterms:modified xsi:type="dcterms:W3CDTF">2025-06-07T07:29:13Z</dcterms:modified>
</cp:coreProperties>
</file>